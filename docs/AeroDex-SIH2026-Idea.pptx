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99" d="100"/>
          <a:sy n="99" d="100"/>
        </p:scale>
        <p:origin x="192" y="63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783080"/>
            <a:ext cx="5989320" cy="466344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26056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Travel &amp; Tourism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[TEAM ID]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Copilots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AeroDex — Real-Time Airfare Price Index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298448"/>
            <a:ext cx="11292840" cy="49560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 — a daily, route-level index that augments the CPI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Panel: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60 domestic city pairs × 7 booking horizons (T-1 to T-60) × 3 fixed IST slots = 420 strata, ~1,155 observations a day.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Method: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Jevons elementary index → hedonic quality adjustment on log fare → Lowe aggregation on DGCA passenger-traffic weights → chain-linked monthly, seasonally adjusted.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it addresses the problem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CPI carries one airfare figure a month. AeroDex measures daily movement by route, carrier and advance-purchase window — the augmentation PS 26056 asks for.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Booking horizon is controlled by construction, so a genuine fare rise is separated from travellers simply booking later.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Coverage ratio and imputed weight share are published with every index point, so users can see how much of each number was actually observed.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Innovation and uniqueness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Reproducibility is a code property: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compute_index() is a pure function — no clock, no database, no network. Frozen panel in, frozen hash out; 11 golden tests assert bit-identical re-runs.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Compliance is executable code: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no authentication, no CAPTCHA, no personal data, a 20-second floor per host, robots.txt honoured at run time by our own RFC 9309 parser.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the publisher refuses to release a run it cannot stand behind — refusal is code, not convention.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₹0 recurring architecture on permanent free tiers — the system hands over to a ministry with no invoice and no vendor lock-in.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Copilots</a:t>
            </a:r>
            <a:endParaRPr lang="en-IN" sz="16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298448"/>
            <a:ext cx="11292840" cy="49560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Technologies to be used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Python 3.12 · pandas · NumPy · statsmodels (Jevons, hedonic OLS, STL / X-13ARIMA-SEATS)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PostgreSQL 16 + TimescaleDB — hypertables, append-only raw archive, SELECT … FOR UPDATE SKIP LOCKED job queue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systemd timers (not cron — avoids 10–30 min scheduler drift) · FastAPI · Next.js static export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Cloudflare R2 + Pages + Tunnel · Grafana Cloud · UptimeRobot · Telegram alerts · GitHub Actions CI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 and process for implementation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Pipeline: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Scheduler → Acquire → Normalise → Validate → Store → Index → Publish</a:t>
            </a:r>
          </a:p>
          <a:p>
            <a:pPr marL="628650" indent="-285750" algn="just">
              <a:buFont typeface="Arial" panose="020B0604020202020204" pitchFamily="34" charset="0"/>
              <a:buChar char="–"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Acquire — three-tier ladder: documented JSON endpoint, then internal XHR, then headless render. Cheapest tier first.</a:t>
            </a:r>
          </a:p>
          <a:p>
            <a:pPr marL="628650" indent="-285750" algn="just">
              <a:buFont typeface="Arial" panose="020B0604020202020204" pitchFamily="34" charset="0"/>
              <a:buChar char="–"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Normalise — fare decomposition, dedup to the lowest all-inclusive fare per itinerary per slot, attribute tagging.</a:t>
            </a:r>
          </a:p>
          <a:p>
            <a:pPr marL="628650" indent="-285750" algn="just">
              <a:buFont typeface="Arial" panose="020B0604020202020204" pitchFamily="34" charset="0"/>
              <a:buChar char="–"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Validate — plausibility bounds from config; failures are quarantined, never silently dropped.</a:t>
            </a:r>
          </a:p>
          <a:p>
            <a:pPr marL="628650" indent="-285750" algn="just">
              <a:buFont typeface="Arial" panose="020B0604020202020204" pitchFamily="34" charset="0"/>
              <a:buChar char="–"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Store — quote_raw is append-only, enforced by database triggers on UPDATE, DELETE and TRUNCATE.</a:t>
            </a:r>
          </a:p>
          <a:p>
            <a:pPr marL="628650" indent="-285750" algn="just">
              <a:buFont typeface="Arial" panose="020B0604020202020204" pitchFamily="34" charset="0"/>
              <a:buChar char="–"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Index — the pure function; Publish — static artifacts, with a refusal gate on unpublishable runs.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Built and proven today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148 automated tests passing · ~4,500 lines across 20 modules · 11 golden tests freeze the published numbers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Methodology config is SHA-256 hashed into every release; CI recomputes an archived panel nightly and diffs the output hash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600" dirty="0"/>
              <a:t>Copilots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298448"/>
            <a:ext cx="11292840" cy="49560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 of feasibility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The full pipeline runs end to end today; the index engine, weighting and validation layers are complete and covered by tests.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DGCA city-pair passenger weights are already in hand (ODbL) and the 60-route panel is built, normalised and version-stamped.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Infrastructure is sized and costed against permanent free tiers — ₹0 recurring, so the project is viable without a budget line.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Potential challenges and risks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Source access: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40+ candidate sources assessed across four research passes on nine independent axes. Every source carrying a booking horizon restricts automated collection; every source permitting collection carries no horizon.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A tested dead end: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published airline tariff sheets were tested empirically against 14 archived sheets and rejected — a fare level is a band, not a price (median max/min 1.25–1.52×), and the route panel churns to 46.6% survival in a single step.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source blocking, anti-bot defences, and free-tier terms changing without notice.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Strategies for overcoming these challenges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Institutional permission: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written to MoSPI's Price Statistics Division for methodological guidance, a letter of support, and an introduction to the online platforms the Ministry already collects from; DGCA approached in parallel.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Costed fallback: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 licensed fare-data API covers the demo panel at ~$25/month and the full 60-route panel at ~$99/month, with a decision date set in advance so the fallback triggers on time rather than in panic.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Redundancy, not evasion: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when a source blocks, it is dropped and the coverage ratio is published — degradation is visible in the statistics, never hidden.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Copilots</a:t>
            </a:r>
            <a:endParaRPr lang="en-IN" sz="16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298448"/>
            <a:ext cx="11292840" cy="49560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Potential impact on the target audience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MoSPI: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 daily airfare series with route, carrier and booking-horizon detail beneath the monthly CPI item — the granularity an item index cannot carry, with imputation share and coverage disclosed on every point.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DGCA: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 continuously observed, horizon-controlled panel turns periodic tariff spot-checks into a series: which routes move, how far ahead movement begins, and whether a festival window or capacity change is driving it.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Travellers and the public: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how far ahead to book on a given route, what a festival window costs, and how last-minute pricing differs between full-service and low-cost carriers. The calendar already encodes 8 festivals and 3 vacation windows.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Benefits of the solution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Economic: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₹0 recurring cost, no vendor lock-in, and no licensing conversation — the system can be handed to the Ministry without a budget line.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Social: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an index that publishes its own coverage ratio and imputation share, with open methodology and open code — trust through disclosure rather than assertion.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Systemic: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the reproducibility machinery — append-only archive, hashed config, pure index function, golden tests — is not airfare-specific and can be reused for any high-frequency price collection the statistical system takes on.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Independently corroborated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MoSPI's own CPI 2024 series uses Jevons for elementary indices and a Laspeyres-family aggregation above it — the two most consequential choices AeroDex arrived at independently.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The IMF Technical Assistance mission to MoSPI recommended a greater variety of advance-purchase timings and treating the airline as a price-determining characteristic; the 7-horizon, carrier-attributed panel already does both.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Copilots</a:t>
            </a:r>
            <a:endParaRPr lang="en-IN" sz="16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298448"/>
            <a:ext cx="11292840" cy="49560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Our research work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Four adversarial research passes · 40+ candidate sources · nine independent axes per source · 38 claims registered with evidence and confidence · one empirical experiment on 14 archived tariff sheets.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Two verdicts were reversed by later passes. Both reversals are preserved rather than rewritten, and claims resting on secondary sources are marked PRIMARY SOURCE NOT VERIFIED.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 and statutory sources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MoSPI — National Metadata Structure for the Consumer Price Index (18 March 2026); CPI 2024 series, base 2024=100, COICOP 2018, weights from HCES 2023–24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MoSPI — Expert Group Report on Comprehensive Updation of the Consumer Price Index (recommendation 11(a))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The Collection of Statistics Act, 2008 — section 4, appointment of agencies to aid in the collection of statistics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MoSPI eSankhyiki portal — CPI item “Air fare (normal): economy class” — esankhyiki.mospi.gov.in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5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sources, methodology and standards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DGCA monthly city-pair traffic — dgca.gov.in · data.gov.in · Vonter/india-aviation-traffic (ODbL, DGCA-derived)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ILO / IMF / OECD / UNECE / World Bank — Consumer Price Index Manual: Concepts and Methods (Jevons, Lowe, hedonic adjustment, chain-linking)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RFC 9309 — Robots Exclusion Protocol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Project repository, methodology config and full research record — github.com/Naveen-Boddepalli/aerodex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Copilots</a:t>
            </a:r>
            <a:endParaRPr lang="en-IN" sz="16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7499</TotalTime>
  <Words>1437</Words>
  <Application>Microsoft Macintosh PowerPoint</Application>
  <PresentationFormat>Widescreen</PresentationFormat>
  <Paragraphs>97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AeroDex — Real-Time Airfare Price Index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Boddepalli Naveen</cp:lastModifiedBy>
  <cp:revision>149</cp:revision>
  <dcterms:created xsi:type="dcterms:W3CDTF">2013-12-12T18:46:50Z</dcterms:created>
  <dcterms:modified xsi:type="dcterms:W3CDTF">2026-08-31T01:51:41Z</dcterms:modified>
  <cp:category/>
</cp:coreProperties>
</file>